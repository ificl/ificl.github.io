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2FE2B-DE30-464F-BC57-6DCAA9A7790B}" v="60" dt="2023-11-20T03:15:17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Ziyang" userId="b9969a22-7821-4ff2-b1dd-470ec11815fe" providerId="ADAL" clId="{5F62FE2B-DE30-464F-BC57-6DCAA9A7790B}"/>
    <pc:docChg chg="undo custSel addSld modSld">
      <pc:chgData name="Chen, Ziyang" userId="b9969a22-7821-4ff2-b1dd-470ec11815fe" providerId="ADAL" clId="{5F62FE2B-DE30-464F-BC57-6DCAA9A7790B}" dt="2023-11-20T03:15:17.890" v="320" actId="164"/>
      <pc:docMkLst>
        <pc:docMk/>
      </pc:docMkLst>
      <pc:sldChg chg="addSp delSp modSp new mod">
        <pc:chgData name="Chen, Ziyang" userId="b9969a22-7821-4ff2-b1dd-470ec11815fe" providerId="ADAL" clId="{5F62FE2B-DE30-464F-BC57-6DCAA9A7790B}" dt="2023-11-20T03:15:17.890" v="320" actId="164"/>
        <pc:sldMkLst>
          <pc:docMk/>
          <pc:sldMk cId="3545581277" sldId="256"/>
        </pc:sldMkLst>
        <pc:spChg chg="del">
          <ac:chgData name="Chen, Ziyang" userId="b9969a22-7821-4ff2-b1dd-470ec11815fe" providerId="ADAL" clId="{5F62FE2B-DE30-464F-BC57-6DCAA9A7790B}" dt="2023-11-20T02:19:20.989" v="1" actId="478"/>
          <ac:spMkLst>
            <pc:docMk/>
            <pc:sldMk cId="3545581277" sldId="256"/>
            <ac:spMk id="2" creationId="{153D995D-A814-7B39-9F82-950180252169}"/>
          </ac:spMkLst>
        </pc:spChg>
        <pc:spChg chg="del">
          <ac:chgData name="Chen, Ziyang" userId="b9969a22-7821-4ff2-b1dd-470ec11815fe" providerId="ADAL" clId="{5F62FE2B-DE30-464F-BC57-6DCAA9A7790B}" dt="2023-11-20T02:19:21.992" v="2" actId="478"/>
          <ac:spMkLst>
            <pc:docMk/>
            <pc:sldMk cId="3545581277" sldId="256"/>
            <ac:spMk id="3" creationId="{00C5FFF9-DF87-F46F-BBA0-A7FAD12613FE}"/>
          </ac:spMkLst>
        </pc:spChg>
        <pc:spChg chg="add mod topLvl">
          <ac:chgData name="Chen, Ziyang" userId="b9969a22-7821-4ff2-b1dd-470ec11815fe" providerId="ADAL" clId="{5F62FE2B-DE30-464F-BC57-6DCAA9A7790B}" dt="2023-11-20T02:40:06.314" v="239" actId="338"/>
          <ac:spMkLst>
            <pc:docMk/>
            <pc:sldMk cId="3545581277" sldId="256"/>
            <ac:spMk id="14" creationId="{45D4D87D-A5C4-28BE-7B62-2DD4E513BAC4}"/>
          </ac:spMkLst>
        </pc:spChg>
        <pc:spChg chg="add mod topLvl">
          <ac:chgData name="Chen, Ziyang" userId="b9969a22-7821-4ff2-b1dd-470ec11815fe" providerId="ADAL" clId="{5F62FE2B-DE30-464F-BC57-6DCAA9A7790B}" dt="2023-11-20T02:40:06.314" v="239" actId="338"/>
          <ac:spMkLst>
            <pc:docMk/>
            <pc:sldMk cId="3545581277" sldId="256"/>
            <ac:spMk id="15" creationId="{B2C4C3DB-B28B-5955-AAAE-AF2683C3D3E3}"/>
          </ac:spMkLst>
        </pc:spChg>
        <pc:spChg chg="add mod topLvl">
          <ac:chgData name="Chen, Ziyang" userId="b9969a22-7821-4ff2-b1dd-470ec11815fe" providerId="ADAL" clId="{5F62FE2B-DE30-464F-BC57-6DCAA9A7790B}" dt="2023-11-20T02:40:06.314" v="239" actId="338"/>
          <ac:spMkLst>
            <pc:docMk/>
            <pc:sldMk cId="3545581277" sldId="256"/>
            <ac:spMk id="16" creationId="{7CEE6805-5413-B7C9-822D-4A4952433587}"/>
          </ac:spMkLst>
        </pc:spChg>
        <pc:spChg chg="add mod topLvl">
          <ac:chgData name="Chen, Ziyang" userId="b9969a22-7821-4ff2-b1dd-470ec11815fe" providerId="ADAL" clId="{5F62FE2B-DE30-464F-BC57-6DCAA9A7790B}" dt="2023-11-20T02:40:06.314" v="239" actId="338"/>
          <ac:spMkLst>
            <pc:docMk/>
            <pc:sldMk cId="3545581277" sldId="256"/>
            <ac:spMk id="17" creationId="{D2CE772C-37DC-9601-1E2A-D65BE7495403}"/>
          </ac:spMkLst>
        </pc:spChg>
        <pc:spChg chg="add del mod ord">
          <ac:chgData name="Chen, Ziyang" userId="b9969a22-7821-4ff2-b1dd-470ec11815fe" providerId="ADAL" clId="{5F62FE2B-DE30-464F-BC57-6DCAA9A7790B}" dt="2023-11-20T02:39:09.831" v="231" actId="478"/>
          <ac:spMkLst>
            <pc:docMk/>
            <pc:sldMk cId="3545581277" sldId="256"/>
            <ac:spMk id="19" creationId="{342337F2-1F16-6052-CEB7-1746C20AF36A}"/>
          </ac:spMkLst>
        </pc:spChg>
        <pc:spChg chg="add mod ord">
          <ac:chgData name="Chen, Ziyang" userId="b9969a22-7821-4ff2-b1dd-470ec11815fe" providerId="ADAL" clId="{5F62FE2B-DE30-464F-BC57-6DCAA9A7790B}" dt="2023-11-20T03:15:17.890" v="320" actId="164"/>
          <ac:spMkLst>
            <pc:docMk/>
            <pc:sldMk cId="3545581277" sldId="256"/>
            <ac:spMk id="22" creationId="{9A497A28-7E3A-C41A-7039-279CCB331272}"/>
          </ac:spMkLst>
        </pc:spChg>
        <pc:grpChg chg="add del mod">
          <ac:chgData name="Chen, Ziyang" userId="b9969a22-7821-4ff2-b1dd-470ec11815fe" providerId="ADAL" clId="{5F62FE2B-DE30-464F-BC57-6DCAA9A7790B}" dt="2023-11-20T02:37:09.988" v="171" actId="165"/>
          <ac:grpSpMkLst>
            <pc:docMk/>
            <pc:sldMk cId="3545581277" sldId="256"/>
            <ac:grpSpMk id="18" creationId="{3A6FAFD5-3283-4DEB-D736-E6D67C33ECF7}"/>
          </ac:grpSpMkLst>
        </pc:grpChg>
        <pc:grpChg chg="add del mod">
          <ac:chgData name="Chen, Ziyang" userId="b9969a22-7821-4ff2-b1dd-470ec11815fe" providerId="ADAL" clId="{5F62FE2B-DE30-464F-BC57-6DCAA9A7790B}" dt="2023-11-20T02:39:43.429" v="236" actId="165"/>
          <ac:grpSpMkLst>
            <pc:docMk/>
            <pc:sldMk cId="3545581277" sldId="256"/>
            <ac:grpSpMk id="20" creationId="{1E2DC43D-07DE-A28B-7379-D8429EEF1B47}"/>
          </ac:grpSpMkLst>
        </pc:grpChg>
        <pc:grpChg chg="add mod">
          <ac:chgData name="Chen, Ziyang" userId="b9969a22-7821-4ff2-b1dd-470ec11815fe" providerId="ADAL" clId="{5F62FE2B-DE30-464F-BC57-6DCAA9A7790B}" dt="2023-11-20T03:15:17.890" v="320" actId="164"/>
          <ac:grpSpMkLst>
            <pc:docMk/>
            <pc:sldMk cId="3545581277" sldId="256"/>
            <ac:grpSpMk id="21" creationId="{E0C01F52-AAF9-3BBC-C028-4F09B1CF335C}"/>
          </ac:grpSpMkLst>
        </pc:grpChg>
        <pc:grpChg chg="add mod">
          <ac:chgData name="Chen, Ziyang" userId="b9969a22-7821-4ff2-b1dd-470ec11815fe" providerId="ADAL" clId="{5F62FE2B-DE30-464F-BC57-6DCAA9A7790B}" dt="2023-11-20T03:15:17.890" v="320" actId="164"/>
          <ac:grpSpMkLst>
            <pc:docMk/>
            <pc:sldMk cId="3545581277" sldId="256"/>
            <ac:grpSpMk id="23" creationId="{296608AD-2689-0689-BB9F-11AFA90AE7FD}"/>
          </ac:grpSpMkLst>
        </pc:grpChg>
        <pc:picChg chg="add del mod">
          <ac:chgData name="Chen, Ziyang" userId="b9969a22-7821-4ff2-b1dd-470ec11815fe" providerId="ADAL" clId="{5F62FE2B-DE30-464F-BC57-6DCAA9A7790B}" dt="2023-11-20T02:36:38.588" v="166" actId="478"/>
          <ac:picMkLst>
            <pc:docMk/>
            <pc:sldMk cId="3545581277" sldId="256"/>
            <ac:picMk id="3" creationId="{DD30DF8E-A2D1-280F-D207-93A3202962C3}"/>
          </ac:picMkLst>
        </pc:picChg>
        <pc:picChg chg="add del mod">
          <ac:chgData name="Chen, Ziyang" userId="b9969a22-7821-4ff2-b1dd-470ec11815fe" providerId="ADAL" clId="{5F62FE2B-DE30-464F-BC57-6DCAA9A7790B}" dt="2023-11-20T02:27:23.058" v="40" actId="478"/>
          <ac:picMkLst>
            <pc:docMk/>
            <pc:sldMk cId="3545581277" sldId="256"/>
            <ac:picMk id="5" creationId="{BD97D230-2660-78F9-1E11-07EFD62A8DD4}"/>
          </ac:picMkLst>
        </pc:picChg>
        <pc:picChg chg="add mod topLvl">
          <ac:chgData name="Chen, Ziyang" userId="b9969a22-7821-4ff2-b1dd-470ec11815fe" providerId="ADAL" clId="{5F62FE2B-DE30-464F-BC57-6DCAA9A7790B}" dt="2023-11-20T02:40:06.314" v="239" actId="338"/>
          <ac:picMkLst>
            <pc:docMk/>
            <pc:sldMk cId="3545581277" sldId="256"/>
            <ac:picMk id="7" creationId="{04D17B69-C39A-8553-7226-CF046E56020E}"/>
          </ac:picMkLst>
        </pc:picChg>
        <pc:picChg chg="add mod topLvl">
          <ac:chgData name="Chen, Ziyang" userId="b9969a22-7821-4ff2-b1dd-470ec11815fe" providerId="ADAL" clId="{5F62FE2B-DE30-464F-BC57-6DCAA9A7790B}" dt="2023-11-20T02:40:06.314" v="239" actId="338"/>
          <ac:picMkLst>
            <pc:docMk/>
            <pc:sldMk cId="3545581277" sldId="256"/>
            <ac:picMk id="9" creationId="{950D35CB-7337-1263-C248-B518B6BA5F4B}"/>
          </ac:picMkLst>
        </pc:picChg>
        <pc:picChg chg="add mod topLvl">
          <ac:chgData name="Chen, Ziyang" userId="b9969a22-7821-4ff2-b1dd-470ec11815fe" providerId="ADAL" clId="{5F62FE2B-DE30-464F-BC57-6DCAA9A7790B}" dt="2023-11-20T02:40:06.314" v="239" actId="338"/>
          <ac:picMkLst>
            <pc:docMk/>
            <pc:sldMk cId="3545581277" sldId="256"/>
            <ac:picMk id="11" creationId="{583197CB-2E27-643D-CBF9-D91852E76C5F}"/>
          </ac:picMkLst>
        </pc:picChg>
        <pc:picChg chg="add mod topLvl">
          <ac:chgData name="Chen, Ziyang" userId="b9969a22-7821-4ff2-b1dd-470ec11815fe" providerId="ADAL" clId="{5F62FE2B-DE30-464F-BC57-6DCAA9A7790B}" dt="2023-11-20T02:40:06.314" v="239" actId="338"/>
          <ac:picMkLst>
            <pc:docMk/>
            <pc:sldMk cId="3545581277" sldId="256"/>
            <ac:picMk id="13" creationId="{12381C1C-E521-7391-002D-9DB0A2DE0026}"/>
          </ac:picMkLst>
        </pc:picChg>
      </pc:sldChg>
      <pc:sldChg chg="addSp delSp modSp new mod setBg">
        <pc:chgData name="Chen, Ziyang" userId="b9969a22-7821-4ff2-b1dd-470ec11815fe" providerId="ADAL" clId="{5F62FE2B-DE30-464F-BC57-6DCAA9A7790B}" dt="2023-11-20T03:07:28.132" v="308" actId="164"/>
        <pc:sldMkLst>
          <pc:docMk/>
          <pc:sldMk cId="3926679691" sldId="257"/>
        </pc:sldMkLst>
        <pc:spChg chg="del">
          <ac:chgData name="Chen, Ziyang" userId="b9969a22-7821-4ff2-b1dd-470ec11815fe" providerId="ADAL" clId="{5F62FE2B-DE30-464F-BC57-6DCAA9A7790B}" dt="2023-11-20T03:01:37.763" v="242" actId="478"/>
          <ac:spMkLst>
            <pc:docMk/>
            <pc:sldMk cId="3926679691" sldId="257"/>
            <ac:spMk id="2" creationId="{28AD927C-87E8-CEA2-5F4A-C134A53C4553}"/>
          </ac:spMkLst>
        </pc:spChg>
        <pc:spChg chg="del">
          <ac:chgData name="Chen, Ziyang" userId="b9969a22-7821-4ff2-b1dd-470ec11815fe" providerId="ADAL" clId="{5F62FE2B-DE30-464F-BC57-6DCAA9A7790B}" dt="2023-11-20T03:01:35.960" v="241" actId="478"/>
          <ac:spMkLst>
            <pc:docMk/>
            <pc:sldMk cId="3926679691" sldId="257"/>
            <ac:spMk id="3" creationId="{1786E114-6769-ED11-070A-5DE3784DF179}"/>
          </ac:spMkLst>
        </pc:spChg>
        <pc:spChg chg="add del">
          <ac:chgData name="Chen, Ziyang" userId="b9969a22-7821-4ff2-b1dd-470ec11815fe" providerId="ADAL" clId="{5F62FE2B-DE30-464F-BC57-6DCAA9A7790B}" dt="2023-11-20T03:01:40.782" v="244" actId="478"/>
          <ac:spMkLst>
            <pc:docMk/>
            <pc:sldMk cId="3926679691" sldId="257"/>
            <ac:spMk id="4" creationId="{66D84F42-CFA7-ED66-2D16-68E7E6D3653D}"/>
          </ac:spMkLst>
        </pc:spChg>
        <pc:spChg chg="add del">
          <ac:chgData name="Chen, Ziyang" userId="b9969a22-7821-4ff2-b1dd-470ec11815fe" providerId="ADAL" clId="{5F62FE2B-DE30-464F-BC57-6DCAA9A7790B}" dt="2023-11-20T03:01:50.148" v="246"/>
          <ac:spMkLst>
            <pc:docMk/>
            <pc:sldMk cId="3926679691" sldId="257"/>
            <ac:spMk id="5" creationId="{33896CB8-7E95-1B82-568C-53000AB055B0}"/>
          </ac:spMkLst>
        </pc:spChg>
        <pc:spChg chg="add del mod">
          <ac:chgData name="Chen, Ziyang" userId="b9969a22-7821-4ff2-b1dd-470ec11815fe" providerId="ADAL" clId="{5F62FE2B-DE30-464F-BC57-6DCAA9A7790B}" dt="2023-11-20T03:03:51.589" v="249" actId="478"/>
          <ac:spMkLst>
            <pc:docMk/>
            <pc:sldMk cId="3926679691" sldId="257"/>
            <ac:spMk id="6" creationId="{1A5E9A8D-0567-E49E-AA22-B22A7ECF4682}"/>
          </ac:spMkLst>
        </pc:spChg>
        <pc:spChg chg="add mod ord">
          <ac:chgData name="Chen, Ziyang" userId="b9969a22-7821-4ff2-b1dd-470ec11815fe" providerId="ADAL" clId="{5F62FE2B-DE30-464F-BC57-6DCAA9A7790B}" dt="2023-11-20T03:07:28.132" v="308" actId="164"/>
          <ac:spMkLst>
            <pc:docMk/>
            <pc:sldMk cId="3926679691" sldId="257"/>
            <ac:spMk id="9" creationId="{F99A972D-21C9-B91A-8B98-48BE297CFF3F}"/>
          </ac:spMkLst>
        </pc:spChg>
        <pc:grpChg chg="add mod">
          <ac:chgData name="Chen, Ziyang" userId="b9969a22-7821-4ff2-b1dd-470ec11815fe" providerId="ADAL" clId="{5F62FE2B-DE30-464F-BC57-6DCAA9A7790B}" dt="2023-11-20T03:07:28.132" v="308" actId="164"/>
          <ac:grpSpMkLst>
            <pc:docMk/>
            <pc:sldMk cId="3926679691" sldId="257"/>
            <ac:grpSpMk id="10" creationId="{C817B538-77FB-3F2B-6EE4-57B3FAB67926}"/>
          </ac:grpSpMkLst>
        </pc:grpChg>
        <pc:picChg chg="add mod">
          <ac:chgData name="Chen, Ziyang" userId="b9969a22-7821-4ff2-b1dd-470ec11815fe" providerId="ADAL" clId="{5F62FE2B-DE30-464F-BC57-6DCAA9A7790B}" dt="2023-11-20T03:07:28.132" v="308" actId="164"/>
          <ac:picMkLst>
            <pc:docMk/>
            <pc:sldMk cId="3926679691" sldId="257"/>
            <ac:picMk id="8" creationId="{D438DE9E-7527-AFA6-1396-4F014C0A273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7BFD3-AF9B-BA9B-6346-2C146687B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88BCF4-0330-CC28-D2F1-3C4E6F0A64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D64CB1-1695-A555-7D40-0125189CD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E0DE40-1A64-3847-83B0-30878F327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B86E6A-D87C-A3B8-16FD-5A18983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12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EE9158-CFA2-981A-F252-DA34ED3E0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4CB3B-C51D-4C62-63B8-603D3E176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74722-0554-1210-80E6-06030FD8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016D37-DE30-8290-11BA-735D0E71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F0E7B-D632-5D20-A5D5-E2C519E2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322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A428C6-B068-9C83-DD18-7CB3D151E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732504-802C-5B3F-0E25-EE1C54680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FCD04A-8D4B-1FDA-AFA6-3BEEEF1E0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CD430A-48A9-4738-04F4-4500DD05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6922AB-5499-B97E-A919-F1D1492F6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0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FA6C1-C78F-A85D-B0C9-C4AF2223D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03D22-05FE-E331-AF1F-A283C1CC4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C3A08F-7C04-FA66-0FAB-AE345081E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96C17A-EA93-8D42-BEB8-90F1EEB41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756227-ABC9-EA76-0941-FF5406AE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AEED70-318D-0340-DED7-848FE8BC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2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2779D8-2C27-DB43-4F1D-200989FC6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9956AF-A4AD-A412-4591-9F8D94EE4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2F0058-65DF-1B99-D231-465B4F546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9E923F-E3E7-5CE9-3ABD-C18AA73BB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B2441D9-D7F9-BF3D-D831-FF73A603D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07465D6-8252-A82D-853C-E63BFAEA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EDC812-B869-A779-7987-DFD3C2CF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387FC4-D9D0-FC7A-40E8-F23B002F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18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6FBA89-6D93-1E59-FC00-CE3B90E06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7E5C570-8E37-4255-FC3C-BB48EC00F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62E083-C681-BC38-4AD0-2B1160263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561AF6-9256-70C9-A881-E4C2ADF1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9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C98955-042B-D644-C1D9-DAA9F250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DA71D37-48E2-5FBE-0A9F-34627CE9E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0F2A71-81B1-CD3D-C202-A2DB6EA6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3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F3600-B6EC-1567-017A-E5E31B4BC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2C2C68-6AD7-54D2-260C-292A7FDB7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27C119-5264-9ED1-1474-6F957DC42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C7E8C8-A65F-A1F1-1577-C86A233EF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1D5A42-1F03-DC30-33C3-B315BAC1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66596D-5ED5-5739-3ED8-26B9BA0E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9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BD4B97-8202-8439-8906-272B9494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6F8735-F1B0-37D4-6DD9-8AEB5EC34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F4B0D9-1E93-D2E8-5E5E-D60B63375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35B718-18AA-4939-D848-3C54CC62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355A21-E369-E28A-3092-C7C48E6FD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392495-C7A1-44E9-9EBD-DB282021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51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896586-71D8-79D7-2CBF-A65C500FD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3E47D3-D8F5-3020-9FC5-878FDC0498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274142-34DF-0071-00A7-131D569A8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B5CA3B-9BBF-01CF-4BAA-06F2B9C20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552D7-31CB-081C-F873-8B260347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6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D6D7F8-B55A-5CB2-70B2-2347A541D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E801A36-989F-F7C5-FE49-2558D65EF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F5860D-CEC6-467D-E7E7-635015941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FA15A6-88B2-39B6-5E4A-4B4C72C3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86541-953E-3828-2D90-D305F53DF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84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62FA97-5B20-5CCF-F4B1-3054E96F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5DB90D-534B-2E34-4A0C-6D25C2EB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8B6391-337E-B508-4DCB-0F4DD5F16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C199F-4198-4061-A48E-45842FC1156B}" type="datetimeFigureOut">
              <a:rPr lang="en-US" smtClean="0"/>
              <a:t>11/19/2023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E8937-CF9C-A5DD-4CB8-3346C8BF6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F2BDC9-C1C8-275D-6659-8AD4CBEBC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8D600-4EA3-404B-8A97-5860457F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55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296608AD-2689-0689-BB9F-11AFA90AE7FD}"/>
              </a:ext>
            </a:extLst>
          </p:cNvPr>
          <p:cNvGrpSpPr/>
          <p:nvPr/>
        </p:nvGrpSpPr>
        <p:grpSpPr>
          <a:xfrm>
            <a:off x="2641813" y="2218256"/>
            <a:ext cx="3622158" cy="3430772"/>
            <a:chOff x="2641813" y="2218256"/>
            <a:chExt cx="3622158" cy="3430772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A497A28-7E3A-C41A-7039-279CCB331272}"/>
                </a:ext>
              </a:extLst>
            </p:cNvPr>
            <p:cNvSpPr/>
            <p:nvPr/>
          </p:nvSpPr>
          <p:spPr>
            <a:xfrm>
              <a:off x="2641813" y="2218256"/>
              <a:ext cx="3622158" cy="34307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0C01F52-AAF9-3BBC-C028-4F09B1CF335C}"/>
                </a:ext>
              </a:extLst>
            </p:cNvPr>
            <p:cNvGrpSpPr/>
            <p:nvPr/>
          </p:nvGrpSpPr>
          <p:grpSpPr>
            <a:xfrm>
              <a:off x="3035694" y="2450790"/>
              <a:ext cx="2834396" cy="2965705"/>
              <a:chOff x="3429575" y="2155756"/>
              <a:chExt cx="2834396" cy="2965705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04D17B69-C39A-8553-7226-CF046E5602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29575" y="2155756"/>
                <a:ext cx="1058074" cy="1058074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950D35CB-7337-1263-C248-B518B6BA5F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29575" y="3669972"/>
                <a:ext cx="1058074" cy="1058074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583197CB-2E27-643D-CBF9-D91852E76C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5897" y="2155756"/>
                <a:ext cx="1058074" cy="1058074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12381C1C-E521-7391-002D-9DB0A2DE00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5897" y="3669972"/>
                <a:ext cx="1058074" cy="1058074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5D4D87D-A5C4-28BE-7B62-2DD4E513BAC4}"/>
                  </a:ext>
                </a:extLst>
              </p:cNvPr>
              <p:cNvSpPr txBox="1"/>
              <p:nvPr/>
            </p:nvSpPr>
            <p:spPr>
              <a:xfrm>
                <a:off x="3429575" y="3135112"/>
                <a:ext cx="1058074" cy="3385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dirty="0"/>
                  <a:t>Vision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2C4C3DB-B28B-5955-AAAE-AF2683C3D3E3}"/>
                  </a:ext>
                </a:extLst>
              </p:cNvPr>
              <p:cNvSpPr txBox="1"/>
              <p:nvPr/>
            </p:nvSpPr>
            <p:spPr>
              <a:xfrm>
                <a:off x="5205897" y="3135112"/>
                <a:ext cx="1058074" cy="3385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dirty="0"/>
                  <a:t>Audio</a:t>
                </a:r>
                <a:endParaRPr lang="en-US" b="1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7CEE6805-5413-B7C9-822D-4A4952433587}"/>
                  </a:ext>
                </a:extLst>
              </p:cNvPr>
              <p:cNvSpPr txBox="1"/>
              <p:nvPr/>
            </p:nvSpPr>
            <p:spPr>
              <a:xfrm>
                <a:off x="3429575" y="4782907"/>
                <a:ext cx="1058074" cy="3385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dirty="0"/>
                  <a:t>Text</a:t>
                </a:r>
                <a:endParaRPr lang="en-US" b="1" dirty="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2CE772C-37DC-9601-1E2A-D65BE7495403}"/>
                  </a:ext>
                </a:extLst>
              </p:cNvPr>
              <p:cNvSpPr txBox="1"/>
              <p:nvPr/>
            </p:nvSpPr>
            <p:spPr>
              <a:xfrm>
                <a:off x="5205897" y="4781959"/>
                <a:ext cx="1058074" cy="3385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dirty="0"/>
                  <a:t>Touch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45581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C817B538-77FB-3F2B-6EE4-57B3FAB67926}"/>
              </a:ext>
            </a:extLst>
          </p:cNvPr>
          <p:cNvGrpSpPr/>
          <p:nvPr/>
        </p:nvGrpSpPr>
        <p:grpSpPr>
          <a:xfrm>
            <a:off x="7095460" y="1502734"/>
            <a:ext cx="2743200" cy="2729023"/>
            <a:chOff x="7095460" y="1502734"/>
            <a:chExt cx="2743200" cy="272902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99A972D-21C9-B91A-8B98-48BE297CFF3F}"/>
                </a:ext>
              </a:extLst>
            </p:cNvPr>
            <p:cNvSpPr/>
            <p:nvPr/>
          </p:nvSpPr>
          <p:spPr>
            <a:xfrm>
              <a:off x="7095460" y="1502734"/>
              <a:ext cx="2743200" cy="2729023"/>
            </a:xfrm>
            <a:prstGeom prst="rect">
              <a:avLst/>
            </a:prstGeom>
            <a:solidFill>
              <a:srgbClr val="E2E2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D438DE9E-7527-AFA6-1396-4F014C0A2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528777" y="1829764"/>
              <a:ext cx="2135048" cy="20749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667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</Words>
  <Application>Microsoft Office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Chen, Ziyang</dc:creator>
  <cp:lastModifiedBy>Chen, Ziyang</cp:lastModifiedBy>
  <cp:revision>1</cp:revision>
  <dcterms:created xsi:type="dcterms:W3CDTF">2023-11-20T02:18:18Z</dcterms:created>
  <dcterms:modified xsi:type="dcterms:W3CDTF">2023-11-20T03:15:21Z</dcterms:modified>
</cp:coreProperties>
</file>